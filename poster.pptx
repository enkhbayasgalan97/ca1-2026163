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FD82586-9CF5-4665-82E4-525FB351A7F4}">
          <p14:sldIdLst/>
        </p14:section>
        <p14:section name="1" id="{7ABF6ECD-2B9D-4B5B-9480-27D6F1B1146F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3" d="100"/>
          <a:sy n="13" d="100"/>
        </p:scale>
        <p:origin x="96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khbayasgalan batbayar" userId="c5d0e588574ad690" providerId="LiveId" clId="{526FCA33-1C06-4FF0-BA0C-74D99827033D}"/>
    <pc:docChg chg="custSel addSld delSld modSld modMainMaster addSection delSection modSection">
      <pc:chgData name="enkhbayasgalan batbayar" userId="c5d0e588574ad690" providerId="LiveId" clId="{526FCA33-1C06-4FF0-BA0C-74D99827033D}" dt="2026-10-09T16:46:37.599" v="702" actId="20577"/>
      <pc:docMkLst>
        <pc:docMk/>
      </pc:docMkLst>
      <pc:sldChg chg="addSp delSp modSp new mod chgLayout">
        <pc:chgData name="enkhbayasgalan batbayar" userId="c5d0e588574ad690" providerId="LiveId" clId="{526FCA33-1C06-4FF0-BA0C-74D99827033D}" dt="2026-10-09T16:46:37.599" v="702" actId="20577"/>
        <pc:sldMkLst>
          <pc:docMk/>
          <pc:sldMk cId="3394582967" sldId="256"/>
        </pc:sldMkLst>
        <pc:spChg chg="del mod">
          <ac:chgData name="enkhbayasgalan batbayar" userId="c5d0e588574ad690" providerId="LiveId" clId="{526FCA33-1C06-4FF0-BA0C-74D99827033D}" dt="2026-10-09T16:27:03.987" v="21" actId="6264"/>
          <ac:spMkLst>
            <pc:docMk/>
            <pc:sldMk cId="3394582967" sldId="256"/>
            <ac:spMk id="2" creationId="{E5A7C3D0-B66E-5976-E9B5-6B97E59F12CA}"/>
          </ac:spMkLst>
        </pc:spChg>
        <pc:spChg chg="del mod">
          <ac:chgData name="enkhbayasgalan batbayar" userId="c5d0e588574ad690" providerId="LiveId" clId="{526FCA33-1C06-4FF0-BA0C-74D99827033D}" dt="2026-10-09T16:26:14.244" v="15" actId="478"/>
          <ac:spMkLst>
            <pc:docMk/>
            <pc:sldMk cId="3394582967" sldId="256"/>
            <ac:spMk id="3" creationId="{E5C0F6D0-1B6B-35E5-84D9-E7B122DB0D67}"/>
          </ac:spMkLst>
        </pc:spChg>
        <pc:spChg chg="add del mod">
          <ac:chgData name="enkhbayasgalan batbayar" userId="c5d0e588574ad690" providerId="LiveId" clId="{526FCA33-1C06-4FF0-BA0C-74D99827033D}" dt="2026-10-09T16:26:14.248" v="17"/>
          <ac:spMkLst>
            <pc:docMk/>
            <pc:sldMk cId="3394582967" sldId="256"/>
            <ac:spMk id="4" creationId="{CC489B12-C6A9-4741-26AF-40485E827EC6}"/>
          </ac:spMkLst>
        </pc:spChg>
        <pc:spChg chg="add mod ord">
          <ac:chgData name="enkhbayasgalan batbayar" userId="c5d0e588574ad690" providerId="LiveId" clId="{526FCA33-1C06-4FF0-BA0C-74D99827033D}" dt="2026-10-09T16:35:43.428" v="134" actId="14100"/>
          <ac:spMkLst>
            <pc:docMk/>
            <pc:sldMk cId="3394582967" sldId="256"/>
            <ac:spMk id="5" creationId="{E10781C3-2F3B-57E1-2B2C-9177B38B0A52}"/>
          </ac:spMkLst>
        </pc:spChg>
        <pc:spChg chg="add del mod ord">
          <ac:chgData name="enkhbayasgalan batbayar" userId="c5d0e588574ad690" providerId="LiveId" clId="{526FCA33-1C06-4FF0-BA0C-74D99827033D}" dt="2026-10-09T16:27:29.558" v="24" actId="478"/>
          <ac:spMkLst>
            <pc:docMk/>
            <pc:sldMk cId="3394582967" sldId="256"/>
            <ac:spMk id="6" creationId="{DA4E5B5A-D541-E6EB-D98A-951611E29D3F}"/>
          </ac:spMkLst>
        </pc:spChg>
        <pc:spChg chg="add del mod">
          <ac:chgData name="enkhbayasgalan batbayar" userId="c5d0e588574ad690" providerId="LiveId" clId="{526FCA33-1C06-4FF0-BA0C-74D99827033D}" dt="2026-10-09T16:28:08.454" v="33"/>
          <ac:spMkLst>
            <pc:docMk/>
            <pc:sldMk cId="3394582967" sldId="256"/>
            <ac:spMk id="7" creationId="{D3F2641F-47E4-3304-890F-B71646A111CA}"/>
          </ac:spMkLst>
        </pc:spChg>
        <pc:spChg chg="add">
          <ac:chgData name="enkhbayasgalan batbayar" userId="c5d0e588574ad690" providerId="LiveId" clId="{526FCA33-1C06-4FF0-BA0C-74D99827033D}" dt="2026-10-09T16:28:08.771" v="34" actId="22"/>
          <ac:spMkLst>
            <pc:docMk/>
            <pc:sldMk cId="3394582967" sldId="256"/>
            <ac:spMk id="9" creationId="{94FB146E-E4C8-EE4A-46F0-014BDF7B1B72}"/>
          </ac:spMkLst>
        </pc:spChg>
        <pc:spChg chg="add mod">
          <ac:chgData name="enkhbayasgalan batbayar" userId="c5d0e588574ad690" providerId="LiveId" clId="{526FCA33-1C06-4FF0-BA0C-74D99827033D}" dt="2026-10-09T16:46:37.599" v="702" actId="20577"/>
          <ac:spMkLst>
            <pc:docMk/>
            <pc:sldMk cId="3394582967" sldId="256"/>
            <ac:spMk id="11" creationId="{5476B3CE-EE55-005D-193A-4E3307E77713}"/>
          </ac:spMkLst>
        </pc:spChg>
        <pc:spChg chg="add mod">
          <ac:chgData name="enkhbayasgalan batbayar" userId="c5d0e588574ad690" providerId="LiveId" clId="{526FCA33-1C06-4FF0-BA0C-74D99827033D}" dt="2026-10-09T16:35:57.221" v="168" actId="1035"/>
          <ac:spMkLst>
            <pc:docMk/>
            <pc:sldMk cId="3394582967" sldId="256"/>
            <ac:spMk id="13" creationId="{FA6DDA49-49C4-2DCB-0364-ED85AB1EC71B}"/>
          </ac:spMkLst>
        </pc:spChg>
        <pc:spChg chg="add mod">
          <ac:chgData name="enkhbayasgalan batbayar" userId="c5d0e588574ad690" providerId="LiveId" clId="{526FCA33-1C06-4FF0-BA0C-74D99827033D}" dt="2026-10-09T16:35:57.221" v="168" actId="1035"/>
          <ac:spMkLst>
            <pc:docMk/>
            <pc:sldMk cId="3394582967" sldId="256"/>
            <ac:spMk id="15" creationId="{F87C820D-F177-7D64-B3F4-F8E9C9977A06}"/>
          </ac:spMkLst>
        </pc:spChg>
        <pc:spChg chg="add mod">
          <ac:chgData name="enkhbayasgalan batbayar" userId="c5d0e588574ad690" providerId="LiveId" clId="{526FCA33-1C06-4FF0-BA0C-74D99827033D}" dt="2026-10-09T16:35:57.221" v="168" actId="1035"/>
          <ac:spMkLst>
            <pc:docMk/>
            <pc:sldMk cId="3394582967" sldId="256"/>
            <ac:spMk id="17" creationId="{66F5C8FD-0944-52AA-A91A-0A5572774918}"/>
          </ac:spMkLst>
        </pc:spChg>
        <pc:spChg chg="add del mod">
          <ac:chgData name="enkhbayasgalan batbayar" userId="c5d0e588574ad690" providerId="LiveId" clId="{526FCA33-1C06-4FF0-BA0C-74D99827033D}" dt="2026-10-09T16:35:38.677" v="133" actId="478"/>
          <ac:spMkLst>
            <pc:docMk/>
            <pc:sldMk cId="3394582967" sldId="256"/>
            <ac:spMk id="18" creationId="{953DBC18-98EC-AE71-4D3E-13E0591554BF}"/>
          </ac:spMkLst>
        </pc:spChg>
      </pc:sldChg>
      <pc:sldChg chg="del">
        <pc:chgData name="enkhbayasgalan batbayar" userId="c5d0e588574ad690" providerId="LiveId" clId="{526FCA33-1C06-4FF0-BA0C-74D99827033D}" dt="2026-10-09T16:17:58.667" v="0" actId="47"/>
        <pc:sldMkLst>
          <pc:docMk/>
          <pc:sldMk cId="3563422438" sldId="256"/>
        </pc:sldMkLst>
      </pc:sldChg>
      <pc:sldChg chg="del">
        <pc:chgData name="enkhbayasgalan batbayar" userId="c5d0e588574ad690" providerId="LiveId" clId="{526FCA33-1C06-4FF0-BA0C-74D99827033D}" dt="2026-10-09T16:17:59.027" v="1" actId="47"/>
        <pc:sldMkLst>
          <pc:docMk/>
          <pc:sldMk cId="600664373" sldId="257"/>
        </pc:sldMkLst>
      </pc:sldChg>
      <pc:sldChg chg="new del">
        <pc:chgData name="enkhbayasgalan batbayar" userId="c5d0e588574ad690" providerId="LiveId" clId="{526FCA33-1C06-4FF0-BA0C-74D99827033D}" dt="2026-10-09T16:27:33.923" v="26" actId="47"/>
        <pc:sldMkLst>
          <pc:docMk/>
          <pc:sldMk cId="3620996679" sldId="257"/>
        </pc:sldMkLst>
      </pc:sldChg>
      <pc:sldChg chg="del">
        <pc:chgData name="enkhbayasgalan batbayar" userId="c5d0e588574ad690" providerId="LiveId" clId="{526FCA33-1C06-4FF0-BA0C-74D99827033D}" dt="2026-10-09T16:17:59.368" v="2" actId="47"/>
        <pc:sldMkLst>
          <pc:docMk/>
          <pc:sldMk cId="1945999603" sldId="258"/>
        </pc:sldMkLst>
      </pc:sldChg>
      <pc:sldChg chg="del">
        <pc:chgData name="enkhbayasgalan batbayar" userId="c5d0e588574ad690" providerId="LiveId" clId="{526FCA33-1C06-4FF0-BA0C-74D99827033D}" dt="2026-10-09T16:17:59.735" v="3" actId="47"/>
        <pc:sldMkLst>
          <pc:docMk/>
          <pc:sldMk cId="4174650385" sldId="259"/>
        </pc:sldMkLst>
      </pc:sldChg>
      <pc:sldChg chg="del">
        <pc:chgData name="enkhbayasgalan batbayar" userId="c5d0e588574ad690" providerId="LiveId" clId="{526FCA33-1C06-4FF0-BA0C-74D99827033D}" dt="2026-10-09T16:18:00.045" v="4" actId="47"/>
        <pc:sldMkLst>
          <pc:docMk/>
          <pc:sldMk cId="2397166896" sldId="260"/>
        </pc:sldMkLst>
      </pc:sldChg>
      <pc:sldChg chg="del">
        <pc:chgData name="enkhbayasgalan batbayar" userId="c5d0e588574ad690" providerId="LiveId" clId="{526FCA33-1C06-4FF0-BA0C-74D99827033D}" dt="2026-10-09T16:18:00.418" v="5" actId="47"/>
        <pc:sldMkLst>
          <pc:docMk/>
          <pc:sldMk cId="2232819417" sldId="261"/>
        </pc:sldMkLst>
      </pc:sldChg>
      <pc:sldMasterChg chg="modSp delSldLayout modSldLayout">
        <pc:chgData name="enkhbayasgalan batbayar" userId="c5d0e588574ad690" providerId="LiveId" clId="{526FCA33-1C06-4FF0-BA0C-74D99827033D}" dt="2026-10-09T16:24:02.824" v="7"/>
        <pc:sldMasterMkLst>
          <pc:docMk/>
          <pc:sldMasterMk cId="1853955426" sldId="2147483731"/>
        </pc:sldMasterMkLst>
        <pc:spChg chg="mod">
          <ac:chgData name="enkhbayasgalan batbayar" userId="c5d0e588574ad690" providerId="LiveId" clId="{526FCA33-1C06-4FF0-BA0C-74D99827033D}" dt="2026-10-09T16:24:02.824" v="7"/>
          <ac:spMkLst>
            <pc:docMk/>
            <pc:sldMasterMk cId="1853955426" sldId="2147483731"/>
            <ac:spMk id="2" creationId="{3D476A66-BE83-43F9-A28B-02DF7879AD52}"/>
          </ac:spMkLst>
        </pc:spChg>
        <pc:spChg chg="mod">
          <ac:chgData name="enkhbayasgalan batbayar" userId="c5d0e588574ad690" providerId="LiveId" clId="{526FCA33-1C06-4FF0-BA0C-74D99827033D}" dt="2026-10-09T16:24:02.824" v="7"/>
          <ac:spMkLst>
            <pc:docMk/>
            <pc:sldMasterMk cId="1853955426" sldId="2147483731"/>
            <ac:spMk id="3" creationId="{19D76E94-F276-4F0F-8DD9-B1F8A3198AE1}"/>
          </ac:spMkLst>
        </pc:spChg>
        <pc:spChg chg="mod">
          <ac:chgData name="enkhbayasgalan batbayar" userId="c5d0e588574ad690" providerId="LiveId" clId="{526FCA33-1C06-4FF0-BA0C-74D99827033D}" dt="2026-10-09T16:24:02.824" v="7"/>
          <ac:spMkLst>
            <pc:docMk/>
            <pc:sldMasterMk cId="1853955426" sldId="2147483731"/>
            <ac:spMk id="4" creationId="{14AD964E-3A2E-4DB9-B96A-EDE144A47BDC}"/>
          </ac:spMkLst>
        </pc:spChg>
        <pc:spChg chg="mod">
          <ac:chgData name="enkhbayasgalan batbayar" userId="c5d0e588574ad690" providerId="LiveId" clId="{526FCA33-1C06-4FF0-BA0C-74D99827033D}" dt="2026-10-09T16:24:02.824" v="7"/>
          <ac:spMkLst>
            <pc:docMk/>
            <pc:sldMasterMk cId="1853955426" sldId="2147483731"/>
            <ac:spMk id="5" creationId="{0DACB382-EE11-430D-941A-DB76EEB7F2D5}"/>
          </ac:spMkLst>
        </pc:spChg>
        <pc:spChg chg="mod">
          <ac:chgData name="enkhbayasgalan batbayar" userId="c5d0e588574ad690" providerId="LiveId" clId="{526FCA33-1C06-4FF0-BA0C-74D99827033D}" dt="2026-10-09T16:24:02.824" v="7"/>
          <ac:spMkLst>
            <pc:docMk/>
            <pc:sldMasterMk cId="1853955426" sldId="2147483731"/>
            <ac:spMk id="6" creationId="{A3C562FE-ACD1-43F2-A3DE-5B11E10B7EA5}"/>
          </ac:spMkLst>
        </pc:spChg>
        <pc:cxnChg chg="mod">
          <ac:chgData name="enkhbayasgalan batbayar" userId="c5d0e588574ad690" providerId="LiveId" clId="{526FCA33-1C06-4FF0-BA0C-74D99827033D}" dt="2026-10-09T16:24:02.824" v="7"/>
          <ac:cxnSpMkLst>
            <pc:docMk/>
            <pc:sldMasterMk cId="1853955426" sldId="2147483731"/>
            <ac:cxnSpMk id="13" creationId="{1EB34A3B-1FD5-48FF-9982-1E64C864C01D}"/>
          </ac:cxnSpMkLst>
        </pc:cxn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509812398" sldId="2147483732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509812398" sldId="2147483732"/>
              <ac:spMk id="3" creationId="{2BDC76B8-60F6-62D3-9F73-E81662203017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509812398" sldId="2147483732"/>
              <ac:spMk id="4" creationId="{EE117A08-C834-F239-A3DF-2D1295F0AE4C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509812398" sldId="2147483732"/>
              <ac:spMk id="5" creationId="{5DEC014E-32E8-BC91-190E-85B3C74C9203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509812398" sldId="2147483732"/>
              <ac:spMk id="10" creationId="{884C280F-E753-FE97-A722-F86168AC97B1}"/>
            </ac:spMkLst>
          </pc:sp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1967047234" sldId="2147483733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967047234" sldId="2147483733"/>
              <ac:spMk id="3" creationId="{6C2DD052-3E45-E789-01F8-33250024ECBD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967047234" sldId="2147483733"/>
              <ac:spMk id="7" creationId="{FE6C4595-90D4-94E6-CEBA-82807457D2BE}"/>
            </ac:spMkLst>
          </pc:sp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3379590198" sldId="2147483734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379590198" sldId="2147483734"/>
              <ac:spMk id="2" creationId="{E4336E9A-8E96-CD8C-7598-F87632CD81C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379590198" sldId="2147483734"/>
              <ac:spMk id="3" creationId="{2BDC76B8-60F6-62D3-9F73-E81662203017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379590198" sldId="2147483734"/>
              <ac:spMk id="6" creationId="{8C88BD73-E6AB-68A9-F41B-313E0C44777C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379590198" sldId="2147483734"/>
              <ac:spMk id="11" creationId="{B24A208E-BD69-BB12-21B8-DA405B501FA8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3379590198" sldId="2147483734"/>
              <ac:cxnSpMk id="4" creationId="{1DABF624-39B6-C7A2-98E7-26593626B429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3313939617" sldId="2147483735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313939617" sldId="2147483735"/>
              <ac:spMk id="8" creationId="{CE84C31D-CC85-27E5-FD9F-627C926D5A22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313939617" sldId="2147483735"/>
              <ac:spMk id="16" creationId="{341BD916-71AE-106E-105D-01655950FC48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3313939617" sldId="2147483735"/>
              <ac:cxnSpMk id="7" creationId="{A10B934F-7AD0-6CA4-BC4D-9CC30854BF9C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3538564522" sldId="2147483736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38564522" sldId="2147483736"/>
              <ac:spMk id="3" creationId="{95842852-3CDE-22AD-D5F0-AAF8279A0910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3538564522" sldId="2147483736"/>
              <ac:cxnSpMk id="7" creationId="{C4D523C5-E38D-F0DE-48C0-B6B8404B63BF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2032043557" sldId="2147483737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032043557" sldId="2147483737"/>
              <ac:spMk id="8" creationId="{7D633F00-464B-3088-812A-40496FD1021A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032043557" sldId="2147483737"/>
              <ac:spMk id="10" creationId="{C4EF7E11-76D4-64FA-465B-165405450121}"/>
            </ac:spMkLst>
          </pc:sp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802953137" sldId="2147483738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802953137" sldId="2147483738"/>
              <ac:spMk id="2" creationId="{F7D05B5E-C545-4763-BA47-4C2C0FCA514D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802953137" sldId="2147483738"/>
              <ac:spMk id="3" creationId="{7FA263F8-8E34-4910-BF7A-F1C5A99689DC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802953137" sldId="2147483738"/>
              <ac:spMk id="8" creationId="{4E5AAB3D-814D-597A-6ADE-F522A8116DCD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802953137" sldId="2147483738"/>
              <ac:cxnSpMk id="7" creationId="{ECD2C868-CE73-A5B1-1389-62A23B14E008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1715125552" sldId="2147483739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715125552" sldId="2147483739"/>
              <ac:spMk id="2" creationId="{BC7433D9-FD02-59E2-0F81-A0B7201D2DA0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715125552" sldId="2147483739"/>
              <ac:spMk id="8" creationId="{D42D62A0-8127-CE86-0633-0D65E1E136F7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1715125552" sldId="2147483739"/>
              <ac:cxnSpMk id="3" creationId="{EF4378AB-83E7-8777-F6CD-8F19BA4FEE73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3564446417" sldId="2147483740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64446417" sldId="2147483740"/>
              <ac:spMk id="2" creationId="{BC7433D9-FD02-59E2-0F81-A0B7201D2DA0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64446417" sldId="2147483740"/>
              <ac:spMk id="8" creationId="{8C71126E-AEFA-B45A-CD39-AC1315E03339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3564446417" sldId="2147483740"/>
              <ac:cxnSpMk id="3" creationId="{C8293A07-68F2-BD10-B738-E87F3F3D8CF3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3582370503" sldId="2147483741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82370503" sldId="2147483741"/>
              <ac:spMk id="2" creationId="{FAF3BB49-A328-F121-7F27-DEB7C3CC2B0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82370503" sldId="2147483741"/>
              <ac:spMk id="4" creationId="{8BD5A515-9970-0784-7927-52F94C270B46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82370503" sldId="2147483741"/>
              <ac:spMk id="8" creationId="{6E0D00CE-C191-6DE5-9D82-7EFB59BC3739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82370503" sldId="2147483741"/>
              <ac:spMk id="9" creationId="{8523CCEC-6BB2-B704-95E2-87FED823C5BD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82370503" sldId="2147483741"/>
              <ac:spMk id="10" creationId="{3CA946DA-5AE8-39E2-3ADD-B8F06308C1C6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82370503" sldId="2147483741"/>
              <ac:spMk id="11" creationId="{1208465C-8C77-73BF-D18F-D01907BAC864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3582370503" sldId="2147483741"/>
              <ac:cxnSpMk id="3" creationId="{50E2A219-E459-07B3-1ED3-CBF7D239BE08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3253434196" sldId="2147483742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253434196" sldId="2147483742"/>
              <ac:spMk id="2" creationId="{FAF3BB49-A328-F121-7F27-DEB7C3CC2B0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253434196" sldId="2147483742"/>
              <ac:spMk id="4" creationId="{59345FA4-0621-D8F1-73D0-046B7F4D7713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253434196" sldId="2147483742"/>
              <ac:spMk id="8" creationId="{818B74D6-CD72-B859-C229-60DB988B25E3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253434196" sldId="2147483742"/>
              <ac:spMk id="9" creationId="{84C51678-E871-8AD4-08DA-BF7B7013A356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253434196" sldId="2147483742"/>
              <ac:spMk id="11" creationId="{7F8EA658-2652-6F81-1B04-D50C60A3F171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3253434196" sldId="2147483742"/>
              <ac:cxnSpMk id="3" creationId="{DF483F68-3490-71E7-A7DA-DA46BC485F75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3212449992" sldId="2147483743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212449992" sldId="2147483743"/>
              <ac:spMk id="2" creationId="{FAF3BB49-A328-F121-7F27-DEB7C3CC2B0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212449992" sldId="2147483743"/>
              <ac:spMk id="4" creationId="{EF7A0C5A-6673-53CC-030B-67BA133D9741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212449992" sldId="2147483743"/>
              <ac:spMk id="7" creationId="{92521688-F793-E4F2-732B-EEE6F58B758E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212449992" sldId="2147483743"/>
              <ac:spMk id="8" creationId="{07755DB3-9272-8E5E-039F-AC14A2C07898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212449992" sldId="2147483743"/>
              <ac:spMk id="9" creationId="{2DDBE29E-7417-B57C-BA94-1DBC14BE461B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212449992" sldId="2147483743"/>
              <ac:spMk id="11" creationId="{7F8EA658-2652-6F81-1B04-D50C60A3F171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3212449992" sldId="2147483743"/>
              <ac:cxnSpMk id="6" creationId="{9BC07157-DE89-FE2F-0547-2E4055913A13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1219001640" sldId="2147483744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219001640" sldId="2147483744"/>
              <ac:spMk id="2" creationId="{FAF3BB49-A328-F121-7F27-DEB7C3CC2B0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219001640" sldId="2147483744"/>
              <ac:spMk id="3" creationId="{68FF6D8B-36A2-DF79-CDB9-885694DCA71D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219001640" sldId="2147483744"/>
              <ac:spMk id="5" creationId="{63A2396A-E38F-CC9C-7303-71F99D082082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219001640" sldId="2147483744"/>
              <ac:spMk id="6" creationId="{483B0E4B-031C-4F2A-1993-D824DD71F7DE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219001640" sldId="2147483744"/>
              <ac:spMk id="8" creationId="{07755DB3-9272-8E5E-039F-AC14A2C07898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219001640" sldId="2147483744"/>
              <ac:spMk id="11" creationId="{7F8EA658-2652-6F81-1B04-D50C60A3F171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1219001640" sldId="2147483744"/>
              <ac:cxnSpMk id="4" creationId="{3C626C00-7A36-46A2-880D-F484910B3412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3128597771" sldId="2147483745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128597771" sldId="2147483745"/>
              <ac:spMk id="2" creationId="{FAF3BB49-A328-F121-7F27-DEB7C3CC2B0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128597771" sldId="2147483745"/>
              <ac:spMk id="4" creationId="{EA981C2C-E0DD-29A7-8209-50D664881524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128597771" sldId="2147483745"/>
              <ac:spMk id="6" creationId="{D205369F-8CCB-402F-9055-2BF12262B54D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128597771" sldId="2147483745"/>
              <ac:spMk id="7" creationId="{133591F2-4BD3-37D0-B00E-B2CD5F47A36C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128597771" sldId="2147483745"/>
              <ac:spMk id="8" creationId="{747AED59-1A26-9C13-8482-7857E7DEFE52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128597771" sldId="2147483745"/>
              <ac:spMk id="11" creationId="{7F8EA658-2652-6F81-1B04-D50C60A3F171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3128597771" sldId="2147483745"/>
              <ac:cxnSpMk id="5" creationId="{1481977D-48BC-F135-96F9-1655E4BEE673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2780524476" sldId="2147483746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780524476" sldId="2147483746"/>
              <ac:spMk id="2" creationId="{FAF3BB49-A328-F121-7F27-DEB7C3CC2B0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780524476" sldId="2147483746"/>
              <ac:spMk id="4" creationId="{417D8113-ECE6-D6F5-9CA4-C96A535F4799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780524476" sldId="2147483746"/>
              <ac:spMk id="6" creationId="{629A0137-F97A-8194-464D-3B7D4814A8AE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780524476" sldId="2147483746"/>
              <ac:spMk id="7" creationId="{E3FE5686-63A9-B1A1-5734-F96A96514650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780524476" sldId="2147483746"/>
              <ac:spMk id="8" creationId="{747AED59-1A26-9C13-8482-7857E7DEFE52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780524476" sldId="2147483746"/>
              <ac:spMk id="11" creationId="{7F8EA658-2652-6F81-1B04-D50C60A3F171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2780524476" sldId="2147483746"/>
              <ac:cxnSpMk id="5" creationId="{B18BEB48-A052-9364-6EF6-F698004CA571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2262412334" sldId="2147483747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262412334" sldId="2147483747"/>
              <ac:spMk id="2" creationId="{FAF3BB49-A328-F121-7F27-DEB7C3CC2B0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262412334" sldId="2147483747"/>
              <ac:spMk id="4" creationId="{485E715F-A05B-F2BC-ABF4-447E9B58E0C2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262412334" sldId="2147483747"/>
              <ac:spMk id="5" creationId="{897D0B7E-1A60-DA52-6965-92412B1C2F9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262412334" sldId="2147483747"/>
              <ac:spMk id="8" creationId="{C3D15418-1E32-0501-0E66-54FC2DD08E39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262412334" sldId="2147483747"/>
              <ac:spMk id="11" creationId="{7F8EA658-2652-6F81-1B04-D50C60A3F171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2262412334" sldId="2147483747"/>
              <ac:cxnSpMk id="3" creationId="{2A2B6090-1D21-5610-7943-4C4F96A6C767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3634917964" sldId="2147483748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634917964" sldId="2147483748"/>
              <ac:spMk id="2" creationId="{FAF3BB49-A328-F121-7F27-DEB7C3CC2B0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634917964" sldId="2147483748"/>
              <ac:spMk id="8" creationId="{83F7B03F-5EDA-605B-1A2E-F48896E48939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634917964" sldId="2147483748"/>
              <ac:spMk id="16" creationId="{838F5DE0-1AA8-5320-EBEC-7B2EEF399630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3634917964" sldId="2147483748"/>
              <ac:cxnSpMk id="3" creationId="{619C3A72-7CAE-129F-7490-B687280EF1C9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2692868845" sldId="2147483749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692868845" sldId="2147483749"/>
              <ac:spMk id="2" creationId="{FAF3BB49-A328-F121-7F27-DEB7C3CC2B0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692868845" sldId="2147483749"/>
              <ac:spMk id="3" creationId="{BBB07A11-50DE-6BC0-0514-6E2C14A47985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692868845" sldId="2147483749"/>
              <ac:spMk id="6" creationId="{03ED5F49-F9F7-05A9-62AC-C9C8DF2EADE8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692868845" sldId="2147483749"/>
              <ac:spMk id="8" creationId="{07755DB3-9272-8E5E-039F-AC14A2C07898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692868845" sldId="2147483749"/>
              <ac:spMk id="9" creationId="{3C89FBB9-2C05-A4C1-ECB4-D6A5C4219E42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692868845" sldId="2147483749"/>
              <ac:spMk id="12" creationId="{96F64025-FA05-CC42-8294-F944BC95DD00}"/>
            </ac:spMkLst>
          </pc:sp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472133649" sldId="2147483750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472133649" sldId="2147483750"/>
              <ac:spMk id="9" creationId="{072A4B4E-0B2F-F1BB-322A-713D1FB5F2FE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472133649" sldId="2147483750"/>
              <ac:spMk id="10" creationId="{B7BBF55A-D91F-143D-FBB6-73995F00EAC2}"/>
            </ac:spMkLst>
          </pc:spChg>
          <pc:cxnChg chg="mod">
            <ac:chgData name="enkhbayasgalan batbayar" userId="c5d0e588574ad690" providerId="LiveId" clId="{526FCA33-1C06-4FF0-BA0C-74D99827033D}" dt="2026-10-09T16:24:02.824" v="7"/>
            <ac:cxnSpMkLst>
              <pc:docMk/>
              <pc:sldMasterMk cId="1853955426" sldId="2147483731"/>
              <pc:sldLayoutMk cId="472133649" sldId="2147483750"/>
              <ac:cxnSpMk id="7" creationId="{8546D47F-2AE5-2705-911C-52BBD6B7D8EA}"/>
            </ac:cxnSpMkLst>
          </pc:cxn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1259606071" sldId="2147483751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259606071" sldId="2147483751"/>
              <ac:spMk id="2" creationId="{A7221EB5-8556-FBD7-00D5-D69AC8E7E73A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259606071" sldId="2147483751"/>
              <ac:spMk id="6" creationId="{8EFA7EFC-C6F9-B1D5-025F-824C1CE9A204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259606071" sldId="2147483751"/>
              <ac:spMk id="7" creationId="{EAA4897F-B66E-DAD4-F56C-6152B417CC54}"/>
            </ac:spMkLst>
          </pc:sp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3598775094" sldId="2147483752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98775094" sldId="2147483752"/>
              <ac:spMk id="8" creationId="{6A9BC83F-8FE5-5223-2B3A-6E122D336309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98775094" sldId="2147483752"/>
              <ac:spMk id="9" creationId="{9F353A57-FA3C-A68C-4908-E774A52CB1B6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598775094" sldId="2147483752"/>
              <ac:spMk id="10" creationId="{16D87B9B-22A3-322E-B7E8-223255AD0957}"/>
            </ac:spMkLst>
          </pc:sp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2475775068" sldId="2147483753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475775068" sldId="2147483753"/>
              <ac:spMk id="2" creationId="{FAF3BB49-A328-F121-7F27-DEB7C3CC2B0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475775068" sldId="2147483753"/>
              <ac:spMk id="4" creationId="{2172FE6B-A4D8-8ED7-89D7-5E7F2C5B8F5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475775068" sldId="2147483753"/>
              <ac:spMk id="8" creationId="{686405AE-ED31-677D-86D8-01EAD583735E}"/>
            </ac:spMkLst>
          </pc:sp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3371121866" sldId="2147483754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371121866" sldId="2147483754"/>
              <ac:spMk id="2" creationId="{9C38DBB1-A1FA-A460-88C8-B05F1570CA97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371121866" sldId="2147483754"/>
              <ac:spMk id="3" creationId="{61CD26D4-290A-F0ED-7D62-41EDA6FEC2B9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371121866" sldId="2147483754"/>
              <ac:spMk id="4" creationId="{485A6F3D-6630-C2E0-DC0A-6D2C0AACFF58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371121866" sldId="2147483754"/>
              <ac:spMk id="5" creationId="{06536620-C4F3-EEC3-DBF1-05196B1CBB55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3371121866" sldId="2147483754"/>
              <ac:spMk id="6" creationId="{82D763CC-A010-6A2B-FEF3-388EAC8417D7}"/>
            </ac:spMkLst>
          </pc:sp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2512577385" sldId="2147483755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512577385" sldId="2147483755"/>
              <ac:spMk id="6" creationId="{A0796BC8-E1B7-E6D6-E86F-4A5CAECDFEFC}"/>
            </ac:spMkLst>
          </pc:sp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1224169014" sldId="2147483757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224169014" sldId="2147483757"/>
              <ac:spMk id="2" creationId="{BC7433D9-FD02-59E2-0F81-A0B7201D2DA0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1224169014" sldId="2147483757"/>
              <ac:spMk id="8" creationId="{C7E1FCC9-2D1D-9C6B-8C9A-E3D0A77DBEF0}"/>
            </ac:spMkLst>
          </pc:spChg>
        </pc:sldLayoutChg>
        <pc:sldLayoutChg chg="modSp">
          <pc:chgData name="enkhbayasgalan batbayar" userId="c5d0e588574ad690" providerId="LiveId" clId="{526FCA33-1C06-4FF0-BA0C-74D99827033D}" dt="2026-10-09T16:24:02.824" v="7"/>
          <pc:sldLayoutMkLst>
            <pc:docMk/>
            <pc:sldMasterMk cId="1853955426" sldId="2147483731"/>
            <pc:sldLayoutMk cId="249693926" sldId="2147483758"/>
          </pc:sldLayoutMkLst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49693926" sldId="2147483758"/>
              <ac:spMk id="2" creationId="{D051F68D-E2E5-C625-0273-281CE6D4939F}"/>
            </ac:spMkLst>
          </pc:spChg>
          <pc:spChg chg="mod">
            <ac:chgData name="enkhbayasgalan batbayar" userId="c5d0e588574ad690" providerId="LiveId" clId="{526FCA33-1C06-4FF0-BA0C-74D99827033D}" dt="2026-10-09T16:24:02.824" v="7"/>
            <ac:spMkLst>
              <pc:docMk/>
              <pc:sldMasterMk cId="1853955426" sldId="2147483731"/>
              <pc:sldLayoutMk cId="249693926" sldId="2147483758"/>
              <ac:spMk id="8" creationId="{CE8CC034-C652-239B-0064-9B0543AC25C5}"/>
            </ac:spMkLst>
          </pc:spChg>
        </pc:sldLayoutChg>
        <pc:sldLayoutChg chg="del">
          <pc:chgData name="enkhbayasgalan batbayar" userId="c5d0e588574ad690" providerId="LiveId" clId="{526FCA33-1C06-4FF0-BA0C-74D99827033D}" dt="2026-10-09T16:18:00.418" v="5" actId="47"/>
          <pc:sldLayoutMkLst>
            <pc:docMk/>
            <pc:sldMasterMk cId="1853955426" sldId="2147483731"/>
            <pc:sldLayoutMk cId="268139230" sldId="21474837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796" y="4627562"/>
            <a:ext cx="16755469" cy="179515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88800" y="23149642"/>
            <a:ext cx="15142464" cy="66275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5400">
                <a:solidFill>
                  <a:schemeClr val="tx1"/>
                </a:solidFill>
              </a:defRPr>
            </a:lvl1pPr>
            <a:lvl2pPr marL="1234347" indent="0" algn="ctr">
              <a:buNone/>
              <a:defRPr sz="5400"/>
            </a:lvl2pPr>
            <a:lvl3pPr marL="2468695" indent="0" algn="ctr">
              <a:buNone/>
              <a:defRPr sz="4860"/>
            </a:lvl3pPr>
            <a:lvl4pPr marL="3703042" indent="0" algn="ctr">
              <a:buNone/>
              <a:defRPr sz="4320"/>
            </a:lvl4pPr>
            <a:lvl5pPr marL="4937390" indent="0" algn="ctr">
              <a:buNone/>
              <a:defRPr sz="4320"/>
            </a:lvl5pPr>
            <a:lvl6pPr marL="6171737" indent="0" algn="ctr">
              <a:buNone/>
              <a:defRPr sz="4320"/>
            </a:lvl6pPr>
            <a:lvl7pPr marL="7406085" indent="0" algn="ctr">
              <a:buNone/>
              <a:defRPr sz="4320"/>
            </a:lvl7pPr>
            <a:lvl8pPr marL="8640432" indent="0" algn="ctr">
              <a:buNone/>
              <a:defRPr sz="4320"/>
            </a:lvl8pPr>
            <a:lvl9pPr marL="9874779" indent="0" algn="ctr">
              <a:buNone/>
              <a:defRPr sz="4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28493" y="4627558"/>
            <a:ext cx="19451808" cy="25242861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35909517" y="22717133"/>
            <a:ext cx="12992112" cy="1314451"/>
          </a:xfrm>
        </p:spPr>
        <p:txBody>
          <a:bodyPr/>
          <a:lstStyle/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12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0368" userDrawn="1">
          <p15:clr>
            <a:srgbClr val="FBAE40"/>
          </p15:clr>
        </p15:guide>
        <p15:guide id="6" pos="1382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3" y="1755650"/>
            <a:ext cx="38668147" cy="5434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474" y="7961661"/>
            <a:ext cx="38810793" cy="23640000"/>
          </a:xfrm>
        </p:spPr>
        <p:txBody>
          <a:bodyPr>
            <a:normAutofit/>
          </a:bodyPr>
          <a:lstStyle>
            <a:lvl1pPr>
              <a:defRPr sz="4860">
                <a:solidFill>
                  <a:schemeClr val="tx1"/>
                </a:solidFill>
              </a:defRPr>
            </a:lvl1pPr>
            <a:lvl2pPr>
              <a:defRPr sz="4320">
                <a:solidFill>
                  <a:schemeClr val="tx1"/>
                </a:solidFill>
              </a:defRPr>
            </a:lvl2pPr>
            <a:lvl3pPr>
              <a:defRPr sz="3780">
                <a:solidFill>
                  <a:schemeClr val="tx1"/>
                </a:solidFill>
              </a:defRPr>
            </a:lvl3pPr>
            <a:lvl4pPr>
              <a:defRPr sz="3240">
                <a:solidFill>
                  <a:schemeClr val="tx1"/>
                </a:solidFill>
              </a:defRPr>
            </a:lvl4pPr>
            <a:lvl5pPr>
              <a:defRPr sz="324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47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4560" y="25046554"/>
            <a:ext cx="39502080" cy="3774645"/>
          </a:xfrm>
        </p:spPr>
        <p:txBody>
          <a:bodyPr anchor="b">
            <a:normAutofit/>
          </a:bodyPr>
          <a:lstStyle>
            <a:lvl1pPr algn="ctr">
              <a:defRPr sz="1187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4560" y="28668622"/>
            <a:ext cx="39502080" cy="230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5400">
                <a:solidFill>
                  <a:schemeClr val="tx1"/>
                </a:solidFill>
              </a:defRPr>
            </a:lvl1pPr>
            <a:lvl2pPr marL="1234347" indent="0" algn="ctr">
              <a:buNone/>
              <a:defRPr sz="5400"/>
            </a:lvl2pPr>
            <a:lvl3pPr marL="2468695" indent="0" algn="ctr">
              <a:buNone/>
              <a:defRPr sz="4860"/>
            </a:lvl3pPr>
            <a:lvl4pPr marL="3703042" indent="0" algn="ctr">
              <a:buNone/>
              <a:defRPr sz="4320"/>
            </a:lvl4pPr>
            <a:lvl5pPr marL="4937390" indent="0" algn="ctr">
              <a:buNone/>
              <a:defRPr sz="4320"/>
            </a:lvl5pPr>
            <a:lvl6pPr marL="6171737" indent="0" algn="ctr">
              <a:buNone/>
              <a:defRPr sz="4320"/>
            </a:lvl6pPr>
            <a:lvl7pPr marL="7406085" indent="0" algn="ctr">
              <a:buNone/>
              <a:defRPr sz="4320"/>
            </a:lvl7pPr>
            <a:lvl8pPr marL="8640432" indent="0" algn="ctr">
              <a:buNone/>
              <a:defRPr sz="4320"/>
            </a:lvl8pPr>
            <a:lvl9pPr marL="9874779" indent="0" algn="ctr">
              <a:buNone/>
              <a:defRPr sz="4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" y="3"/>
            <a:ext cx="43891196" cy="2393484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2328095" y="27997595"/>
            <a:ext cx="7216533" cy="131445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" y="23951712"/>
            <a:ext cx="438911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90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0368" userDrawn="1">
          <p15:clr>
            <a:srgbClr val="FBAE40"/>
          </p15:clr>
        </p15:guide>
        <p15:guide id="6" pos="1382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3" y="12377320"/>
            <a:ext cx="28365607" cy="17244621"/>
          </a:xfrm>
        </p:spPr>
        <p:txBody>
          <a:bodyPr>
            <a:normAutofit/>
          </a:bodyPr>
          <a:lstStyle>
            <a:lvl1pPr>
              <a:defRPr sz="16198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" y="8229600"/>
            <a:ext cx="438911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356082" y="1767843"/>
            <a:ext cx="26551891" cy="4869182"/>
          </a:xfrm>
        </p:spPr>
        <p:txBody>
          <a:bodyPr anchor="ctr">
            <a:normAutofit/>
          </a:bodyPr>
          <a:lstStyle>
            <a:lvl1pPr algn="r">
              <a:defRPr sz="5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39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0368" userDrawn="1">
          <p15:clr>
            <a:srgbClr val="FBAE40"/>
          </p15:clr>
        </p15:guide>
        <p15:guide id="6" pos="1382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2" y="4125777"/>
            <a:ext cx="34366809" cy="17644248"/>
          </a:xfrm>
        </p:spPr>
        <p:txBody>
          <a:bodyPr anchor="t">
            <a:normAutofit/>
          </a:bodyPr>
          <a:lstStyle>
            <a:lvl1pPr>
              <a:defRPr sz="161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7" y="24688800"/>
            <a:ext cx="438911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564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0368" userDrawn="1">
          <p15:clr>
            <a:srgbClr val="FBAE40"/>
          </p15:clr>
        </p15:guide>
        <p15:guide id="6" pos="1382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9411" y="6221202"/>
            <a:ext cx="15671971" cy="20476008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86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26201" y="6221202"/>
            <a:ext cx="15570403" cy="20476008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617174" indent="0">
              <a:buNone/>
              <a:defRPr>
                <a:solidFill>
                  <a:schemeClr val="tx1"/>
                </a:solidFill>
              </a:defRPr>
            </a:lvl2pPr>
            <a:lvl3pPr marL="1234347" indent="0">
              <a:buNone/>
              <a:defRPr>
                <a:solidFill>
                  <a:schemeClr val="tx1"/>
                </a:solidFill>
              </a:defRPr>
            </a:lvl3pPr>
            <a:lvl4pPr marL="1851521" indent="0">
              <a:buNone/>
              <a:defRPr>
                <a:solidFill>
                  <a:schemeClr val="tx1"/>
                </a:solidFill>
              </a:defRPr>
            </a:lvl4pPr>
            <a:lvl5pPr marL="246869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43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536" y="22121163"/>
            <a:ext cx="15010791" cy="7724853"/>
          </a:xfrm>
        </p:spPr>
        <p:txBody>
          <a:bodyPr anchor="t" anchorCtr="0">
            <a:noAutofit/>
          </a:bodyPr>
          <a:lstStyle>
            <a:lvl1pPr algn="ctr">
              <a:defRPr sz="1187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526285" y="5266944"/>
            <a:ext cx="13595292" cy="1520688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640">
                <a:solidFill>
                  <a:schemeClr val="tx1"/>
                </a:solidFill>
              </a:defRPr>
            </a:lvl1pPr>
            <a:lvl2pPr marL="1234347" indent="0">
              <a:buNone/>
              <a:defRPr sz="7560"/>
            </a:lvl2pPr>
            <a:lvl3pPr marL="2468695" indent="0">
              <a:buNone/>
              <a:defRPr sz="6480"/>
            </a:lvl3pPr>
            <a:lvl4pPr marL="3703042" indent="0">
              <a:buNone/>
              <a:defRPr sz="5400"/>
            </a:lvl4pPr>
            <a:lvl5pPr marL="4937390" indent="0">
              <a:buNone/>
              <a:defRPr sz="5400"/>
            </a:lvl5pPr>
            <a:lvl6pPr marL="6171737" indent="0">
              <a:buNone/>
              <a:defRPr sz="5400"/>
            </a:lvl6pPr>
            <a:lvl7pPr marL="7406085" indent="0">
              <a:buNone/>
              <a:defRPr sz="5400"/>
            </a:lvl7pPr>
            <a:lvl8pPr marL="8640432" indent="0">
              <a:buNone/>
              <a:defRPr sz="5400"/>
            </a:lvl8pPr>
            <a:lvl9pPr marL="9874779" indent="0">
              <a:buNone/>
              <a:defRPr sz="54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9272" y="4037992"/>
            <a:ext cx="15175383" cy="2558857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2669509" y="0"/>
            <a:ext cx="0" cy="32918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953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984" y="12552884"/>
            <a:ext cx="13726973" cy="17073677"/>
          </a:xfrm>
        </p:spPr>
        <p:txBody>
          <a:bodyPr>
            <a:normAutofit/>
          </a:bodyPr>
          <a:lstStyle>
            <a:lvl1pPr>
              <a:defRPr sz="86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871060" y="4037990"/>
            <a:ext cx="17842231" cy="17068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3780">
                <a:solidFill>
                  <a:schemeClr val="tx1"/>
                </a:solidFill>
              </a:defRPr>
            </a:lvl2pPr>
            <a:lvl3pPr>
              <a:defRPr sz="3780">
                <a:solidFill>
                  <a:schemeClr val="tx1"/>
                </a:solidFill>
              </a:defRPr>
            </a:lvl3pPr>
            <a:lvl4pPr>
              <a:defRPr sz="3780">
                <a:solidFill>
                  <a:schemeClr val="tx1"/>
                </a:solidFill>
              </a:defRPr>
            </a:lvl4pPr>
            <a:lvl5pPr>
              <a:defRPr sz="378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8058331" y="0"/>
            <a:ext cx="0" cy="32918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12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3" y="4037991"/>
            <a:ext cx="10797235" cy="24886310"/>
          </a:xfrm>
        </p:spPr>
        <p:txBody>
          <a:bodyPr anchor="t" anchorCtr="0">
            <a:normAutofit/>
          </a:bodyPr>
          <a:lstStyle>
            <a:lvl1pPr>
              <a:defRPr sz="86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800934" y="4037991"/>
            <a:ext cx="22536555" cy="2488631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3780">
                <a:solidFill>
                  <a:schemeClr val="tx1"/>
                </a:solidFill>
              </a:defRPr>
            </a:lvl2pPr>
            <a:lvl3pPr>
              <a:defRPr sz="3780">
                <a:solidFill>
                  <a:schemeClr val="tx1"/>
                </a:solidFill>
              </a:defRPr>
            </a:lvl3pPr>
            <a:lvl4pPr>
              <a:defRPr sz="3780">
                <a:solidFill>
                  <a:schemeClr val="tx1"/>
                </a:solidFill>
              </a:defRPr>
            </a:lvl4pPr>
            <a:lvl5pPr>
              <a:defRPr sz="378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5055956" y="0"/>
            <a:ext cx="0" cy="32918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446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92151" y="4754456"/>
            <a:ext cx="9236135" cy="8922917"/>
          </a:xfrm>
        </p:spPr>
        <p:txBody>
          <a:bodyPr anchor="b"/>
          <a:lstStyle>
            <a:lvl1pPr>
              <a:defRPr lang="en-US" sz="864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29974763" cy="329184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796179" y="14454408"/>
            <a:ext cx="9215917" cy="12750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617174" indent="0">
              <a:buNone/>
              <a:defRPr lang="en-US" sz="3780" dirty="0"/>
            </a:lvl2pPr>
            <a:lvl3pPr marL="1234347" indent="0">
              <a:buNone/>
              <a:defRPr lang="en-US" sz="3780" dirty="0"/>
            </a:lvl3pPr>
            <a:lvl4pPr marL="1851521" indent="0">
              <a:buNone/>
              <a:defRPr lang="en-US" sz="3780" dirty="0"/>
            </a:lvl4pPr>
            <a:lvl5pPr marL="2468695" indent="0">
              <a:buNone/>
              <a:defRPr lang="en-US" sz="378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35269119" y="7865275"/>
            <a:ext cx="14272906" cy="1314451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35909517" y="22717133"/>
            <a:ext cx="12992112" cy="13144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1444265" y="30510483"/>
            <a:ext cx="2068632" cy="1752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9954052" y="0"/>
            <a:ext cx="0" cy="32918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2370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92674" y="2633472"/>
            <a:ext cx="21935611" cy="5486400"/>
          </a:xfrm>
        </p:spPr>
        <p:txBody>
          <a:bodyPr anchor="b">
            <a:noAutofit/>
          </a:bodyPr>
          <a:lstStyle>
            <a:lvl1pPr>
              <a:defRPr sz="86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5"/>
            <a:ext cx="17257987" cy="329184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9092674" y="8778240"/>
            <a:ext cx="21857817" cy="215505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269755" y="0"/>
            <a:ext cx="0" cy="32918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35909517" y="22717133"/>
            <a:ext cx="12992112" cy="1314451"/>
          </a:xfrm>
        </p:spPr>
        <p:txBody>
          <a:bodyPr/>
          <a:lstStyle/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35269122" y="7865272"/>
            <a:ext cx="14272906" cy="1314451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34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4" y="2633472"/>
            <a:ext cx="22088247" cy="5486400"/>
          </a:xfrm>
        </p:spPr>
        <p:txBody>
          <a:bodyPr anchor="b">
            <a:noAutofit/>
          </a:bodyPr>
          <a:lstStyle>
            <a:lvl1pPr>
              <a:defRPr sz="86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33474" y="8778240"/>
            <a:ext cx="22088247" cy="215505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6641961" y="0"/>
            <a:ext cx="17249241" cy="329184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575279" y="0"/>
            <a:ext cx="0" cy="32918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5215896" y="22717133"/>
            <a:ext cx="12992112" cy="1314451"/>
          </a:xfrm>
        </p:spPr>
        <p:txBody>
          <a:bodyPr/>
          <a:lstStyle/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5856293" y="7865272"/>
            <a:ext cx="14272906" cy="131445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4021" y="30510483"/>
            <a:ext cx="2068632" cy="1752600"/>
          </a:xfrm>
        </p:spPr>
        <p:txBody>
          <a:bodyPr/>
          <a:lstStyle/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49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2" y="1536194"/>
            <a:ext cx="24688800" cy="4476902"/>
          </a:xfrm>
        </p:spPr>
        <p:txBody>
          <a:bodyPr anchor="b">
            <a:noAutofit/>
          </a:bodyPr>
          <a:lstStyle>
            <a:lvl1pPr>
              <a:defRPr sz="86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33472" y="6627573"/>
            <a:ext cx="24688800" cy="23920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130239" y="0"/>
            <a:ext cx="14760961" cy="329184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9079940" y="0"/>
            <a:ext cx="0" cy="32918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5215896" y="22717133"/>
            <a:ext cx="12992112" cy="1314451"/>
          </a:xfrm>
        </p:spPr>
        <p:txBody>
          <a:bodyPr/>
          <a:lstStyle/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5856293" y="7865272"/>
            <a:ext cx="14272906" cy="131445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4021" y="30510483"/>
            <a:ext cx="2068632" cy="1752600"/>
          </a:xfrm>
        </p:spPr>
        <p:txBody>
          <a:bodyPr/>
          <a:lstStyle/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01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3" y="2800384"/>
            <a:ext cx="15702077" cy="6060669"/>
          </a:xfrm>
        </p:spPr>
        <p:txBody>
          <a:bodyPr anchor="b">
            <a:noAutofit/>
          </a:bodyPr>
          <a:lstStyle>
            <a:lvl1pPr>
              <a:defRPr sz="86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33474" y="9501411"/>
            <a:ext cx="15699107" cy="207804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683728" y="0"/>
            <a:ext cx="23207472" cy="329184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0635653" y="0"/>
            <a:ext cx="0" cy="32918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5215896" y="22717133"/>
            <a:ext cx="12992112" cy="1314451"/>
          </a:xfrm>
        </p:spPr>
        <p:txBody>
          <a:bodyPr/>
          <a:lstStyle/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5856293" y="7865272"/>
            <a:ext cx="14272906" cy="131445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4021" y="30510483"/>
            <a:ext cx="2068632" cy="1752600"/>
          </a:xfrm>
        </p:spPr>
        <p:txBody>
          <a:bodyPr/>
          <a:lstStyle/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977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2" y="1536194"/>
            <a:ext cx="16459200" cy="4476902"/>
          </a:xfrm>
        </p:spPr>
        <p:txBody>
          <a:bodyPr anchor="b"/>
          <a:lstStyle>
            <a:lvl1pPr>
              <a:defRPr sz="86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633472" y="6627573"/>
            <a:ext cx="16459200" cy="23920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1303796" y="0"/>
            <a:ext cx="22587404" cy="329184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1282207" y="0"/>
            <a:ext cx="0" cy="32918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5215896" y="22717133"/>
            <a:ext cx="12992112" cy="1314451"/>
          </a:xfrm>
        </p:spPr>
        <p:txBody>
          <a:bodyPr/>
          <a:lstStyle/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5856293" y="7865272"/>
            <a:ext cx="14272906" cy="131445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84021" y="30510483"/>
            <a:ext cx="2068632" cy="1752600"/>
          </a:xfrm>
        </p:spPr>
        <p:txBody>
          <a:bodyPr/>
          <a:lstStyle/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24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4" y="24058886"/>
            <a:ext cx="13463625" cy="6673584"/>
          </a:xfrm>
        </p:spPr>
        <p:txBody>
          <a:bodyPr anchor="t">
            <a:normAutofit/>
          </a:bodyPr>
          <a:lstStyle>
            <a:lvl1pPr>
              <a:defRPr sz="86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4" y="1"/>
            <a:ext cx="43891200" cy="22248634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2821927" y="27503761"/>
            <a:ext cx="8204205" cy="1314451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446752" y="24058882"/>
            <a:ext cx="23042880" cy="6673584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4860">
                <a:solidFill>
                  <a:schemeClr val="tx1"/>
                </a:solidFill>
              </a:defRPr>
            </a:lvl1pPr>
            <a:lvl2pPr marL="617174" indent="0">
              <a:buFont typeface="Arial" panose="020B0604020202020204" pitchFamily="34" charset="0"/>
              <a:buNone/>
              <a:defRPr sz="4320">
                <a:solidFill>
                  <a:schemeClr val="tx1"/>
                </a:solidFill>
              </a:defRPr>
            </a:lvl2pPr>
            <a:lvl3pPr marL="1234347" indent="0">
              <a:buFont typeface="Arial" panose="020B0604020202020204" pitchFamily="34" charset="0"/>
              <a:buNone/>
              <a:defRPr sz="3780">
                <a:solidFill>
                  <a:schemeClr val="tx1"/>
                </a:solidFill>
              </a:defRPr>
            </a:lvl3pPr>
            <a:lvl4pPr marL="1851521" indent="0">
              <a:buFont typeface="Arial" panose="020B0604020202020204" pitchFamily="34" charset="0"/>
              <a:buNone/>
              <a:defRPr sz="3240">
                <a:solidFill>
                  <a:schemeClr val="tx1"/>
                </a:solidFill>
              </a:defRPr>
            </a:lvl4pPr>
            <a:lvl5pPr marL="2468695" indent="0">
              <a:buFont typeface="Arial" panose="020B0604020202020204" pitchFamily="34" charset="0"/>
              <a:buNone/>
              <a:defRPr sz="297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39499811" y="26307427"/>
            <a:ext cx="5811525" cy="13144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" y="22263504"/>
            <a:ext cx="438911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412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290" y="23437902"/>
            <a:ext cx="13167371" cy="6978701"/>
          </a:xfrm>
        </p:spPr>
        <p:txBody>
          <a:bodyPr anchor="t">
            <a:normAutofit/>
          </a:bodyPr>
          <a:lstStyle>
            <a:lvl1pPr algn="ctr">
              <a:defRPr sz="864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633475" y="2633484"/>
            <a:ext cx="12564631" cy="19399906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775938" y="2636520"/>
            <a:ext cx="23620097" cy="276453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6726021" y="0"/>
            <a:ext cx="0" cy="32918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917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5391" y="2684838"/>
            <a:ext cx="38720412" cy="447690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5856293" y="7865272"/>
            <a:ext cx="14272906" cy="13144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5215900" y="22274819"/>
            <a:ext cx="12992112" cy="1314451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18848" y="30068169"/>
            <a:ext cx="2068632" cy="1752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0321" y="8225533"/>
            <a:ext cx="15793243" cy="221421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372139" y="8225537"/>
            <a:ext cx="23519056" cy="24692866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771467" lvl="0" indent="-771467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2868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3" y="23701253"/>
            <a:ext cx="25155133" cy="6495898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2700"/>
              </a:spcBef>
              <a:defRPr sz="756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406641" y="2635305"/>
            <a:ext cx="34038540" cy="20802600"/>
          </a:xfrm>
        </p:spPr>
        <p:txBody>
          <a:bodyPr anchor="b">
            <a:normAutofit/>
          </a:bodyPr>
          <a:lstStyle>
            <a:lvl1pPr>
              <a:defRPr sz="62635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4937760" y="0"/>
            <a:ext cx="0" cy="32918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133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0368" userDrawn="1">
          <p15:clr>
            <a:srgbClr val="FBAE40"/>
          </p15:clr>
        </p15:guide>
        <p15:guide id="6" pos="1382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5533" y="-5895004"/>
            <a:ext cx="38349936" cy="5442509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46898" y="10889994"/>
            <a:ext cx="24997407" cy="18980424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11879" b="0" cap="all" baseline="0">
                <a:solidFill>
                  <a:schemeClr val="tx1"/>
                </a:solidFill>
              </a:defRPr>
            </a:lvl1pPr>
            <a:lvl2pPr marL="617174" indent="0" algn="ctr">
              <a:lnSpc>
                <a:spcPct val="110000"/>
              </a:lnSpc>
              <a:buNone/>
              <a:defRPr sz="11879" b="0" cap="all" baseline="0">
                <a:solidFill>
                  <a:schemeClr val="tx1"/>
                </a:solidFill>
              </a:defRPr>
            </a:lvl2pPr>
            <a:lvl3pPr marL="1234347" indent="0" algn="ctr">
              <a:lnSpc>
                <a:spcPct val="110000"/>
              </a:lnSpc>
              <a:buNone/>
              <a:defRPr sz="11879" b="0" cap="all" baseline="0">
                <a:solidFill>
                  <a:schemeClr val="tx1"/>
                </a:solidFill>
              </a:defRPr>
            </a:lvl3pPr>
            <a:lvl4pPr marL="1851521" indent="0" algn="ctr">
              <a:lnSpc>
                <a:spcPct val="110000"/>
              </a:lnSpc>
              <a:buNone/>
              <a:defRPr sz="11879" b="0" cap="all" baseline="0">
                <a:solidFill>
                  <a:schemeClr val="tx1"/>
                </a:solidFill>
              </a:defRPr>
            </a:lvl4pPr>
            <a:lvl5pPr marL="2468695" indent="0" algn="ctr">
              <a:lnSpc>
                <a:spcPct val="110000"/>
              </a:lnSpc>
              <a:buNone/>
              <a:defRPr sz="11879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7359384" y="-559399"/>
            <a:ext cx="29172432" cy="37838539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596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6060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84606" y="27212544"/>
            <a:ext cx="22721991" cy="2238453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2700"/>
              </a:spcBef>
              <a:defRPr sz="486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49687" y="8373975"/>
            <a:ext cx="25191828" cy="16837949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6198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6179423" y="-1767050"/>
            <a:ext cx="31532362" cy="37838539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9596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75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0368" userDrawn="1">
          <p15:clr>
            <a:srgbClr val="FBAE40"/>
          </p15:clr>
        </p15:guide>
        <p15:guide id="6" pos="1382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3" y="1755650"/>
            <a:ext cx="38668147" cy="54348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634617" y="10096505"/>
            <a:ext cx="18653760" cy="208864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2625809" y="10094984"/>
            <a:ext cx="18653760" cy="208864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750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3" y="1755650"/>
            <a:ext cx="38668147" cy="54348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3475" y="10094976"/>
            <a:ext cx="18568033" cy="2687205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400" b="0" cap="all" baseline="0">
                <a:solidFill>
                  <a:schemeClr val="tx1"/>
                </a:solidFill>
              </a:defRPr>
            </a:lvl1pPr>
            <a:lvl2pPr marL="1234347" indent="0">
              <a:buNone/>
              <a:defRPr sz="5400" b="1"/>
            </a:lvl2pPr>
            <a:lvl3pPr marL="2468695" indent="0">
              <a:buNone/>
              <a:defRPr sz="4860" b="1"/>
            </a:lvl3pPr>
            <a:lvl4pPr marL="3703042" indent="0">
              <a:buNone/>
              <a:defRPr sz="4320" b="1"/>
            </a:lvl4pPr>
            <a:lvl5pPr marL="4937390" indent="0">
              <a:buNone/>
              <a:defRPr sz="4320" b="1"/>
            </a:lvl5pPr>
            <a:lvl6pPr marL="6171737" indent="0">
              <a:buNone/>
              <a:defRPr sz="4320" b="1"/>
            </a:lvl6pPr>
            <a:lvl7pPr marL="7406085" indent="0">
              <a:buNone/>
              <a:defRPr sz="4320" b="1"/>
            </a:lvl7pPr>
            <a:lvl8pPr marL="8640432" indent="0">
              <a:buNone/>
              <a:defRPr sz="4320" b="1"/>
            </a:lvl8pPr>
            <a:lvl9pPr marL="9874779" indent="0">
              <a:buNone/>
              <a:defRPr sz="4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634621" y="13167363"/>
            <a:ext cx="18565873" cy="18067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713697" y="10094976"/>
            <a:ext cx="18659477" cy="2687205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5400" b="0" cap="all" baseline="0">
                <a:solidFill>
                  <a:schemeClr val="tx1"/>
                </a:solidFill>
              </a:defRPr>
            </a:lvl1pPr>
            <a:lvl2pPr marL="1234347" indent="0">
              <a:buNone/>
              <a:defRPr sz="5400" b="1"/>
            </a:lvl2pPr>
            <a:lvl3pPr marL="2468695" indent="0">
              <a:buNone/>
              <a:defRPr sz="4860" b="1"/>
            </a:lvl3pPr>
            <a:lvl4pPr marL="3703042" indent="0">
              <a:buNone/>
              <a:defRPr sz="4320" b="1"/>
            </a:lvl4pPr>
            <a:lvl5pPr marL="4937390" indent="0">
              <a:buNone/>
              <a:defRPr sz="4320" b="1"/>
            </a:lvl5pPr>
            <a:lvl6pPr marL="6171737" indent="0">
              <a:buNone/>
              <a:defRPr sz="4320" b="1"/>
            </a:lvl6pPr>
            <a:lvl7pPr marL="7406085" indent="0">
              <a:buNone/>
              <a:defRPr sz="4320" b="1"/>
            </a:lvl7pPr>
            <a:lvl8pPr marL="8640432" indent="0">
              <a:buNone/>
              <a:defRPr sz="4320" b="1"/>
            </a:lvl8pPr>
            <a:lvl9pPr marL="9874779" indent="0">
              <a:buNone/>
              <a:defRPr sz="4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22713700" y="13167363"/>
            <a:ext cx="18659477" cy="18067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218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3" y="1755650"/>
            <a:ext cx="38668147" cy="54348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773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890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497" y="2194562"/>
            <a:ext cx="26432305" cy="5442509"/>
          </a:xfrm>
          <a:noFill/>
        </p:spPr>
        <p:txBody>
          <a:bodyPr anchor="b">
            <a:noAutofit/>
          </a:bodyPr>
          <a:lstStyle>
            <a:lvl1pPr>
              <a:defRPr sz="16198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28493" y="12596774"/>
            <a:ext cx="37526976" cy="1536192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617174" indent="0">
              <a:buNone/>
              <a:defRPr>
                <a:solidFill>
                  <a:schemeClr val="tx1"/>
                </a:solidFill>
              </a:defRPr>
            </a:lvl2pPr>
            <a:lvl3pPr marL="1234347" indent="0">
              <a:buNone/>
              <a:defRPr>
                <a:solidFill>
                  <a:schemeClr val="tx1"/>
                </a:solidFill>
              </a:defRPr>
            </a:lvl3pPr>
            <a:lvl4pPr marL="1851521" indent="0">
              <a:buNone/>
              <a:defRPr>
                <a:solidFill>
                  <a:schemeClr val="tx1"/>
                </a:solidFill>
              </a:defRPr>
            </a:lvl4pPr>
            <a:lvl5pPr marL="246869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690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473" y="1755650"/>
            <a:ext cx="38668147" cy="543483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33473" y="11048817"/>
            <a:ext cx="38668140" cy="18821592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617174" indent="0">
              <a:buNone/>
              <a:defRPr>
                <a:solidFill>
                  <a:schemeClr val="tx1"/>
                </a:solidFill>
              </a:defRPr>
            </a:lvl2pPr>
            <a:lvl3pPr marL="1234347" indent="0">
              <a:buNone/>
              <a:defRPr>
                <a:solidFill>
                  <a:schemeClr val="tx1"/>
                </a:solidFill>
              </a:defRPr>
            </a:lvl3pPr>
            <a:lvl4pPr marL="1851521" indent="0">
              <a:buNone/>
              <a:defRPr>
                <a:solidFill>
                  <a:schemeClr val="tx1"/>
                </a:solidFill>
              </a:defRPr>
            </a:lvl4pPr>
            <a:lvl5pPr marL="246869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3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10368" userDrawn="1">
          <p15:clr>
            <a:srgbClr val="FBAE40"/>
          </p15:clr>
        </p15:guide>
        <p15:guide id="6" pos="1382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2807954"/>
            <a:ext cx="37856160" cy="53606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5856293" y="7865272"/>
            <a:ext cx="14272906" cy="1314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27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9895055"/>
            <a:ext cx="37856160" cy="19751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35909517" y="22717133"/>
            <a:ext cx="12992112" cy="13144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2700">
                <a:solidFill>
                  <a:schemeClr val="tx1"/>
                </a:solidFill>
              </a:defRPr>
            </a:lvl1pPr>
          </a:lstStyle>
          <a:p>
            <a:fld id="{C9010CA6-854F-4132-86F4-C6F9BD6646E1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444265" y="30510483"/>
            <a:ext cx="2068632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2700">
                <a:solidFill>
                  <a:schemeClr val="tx1"/>
                </a:solidFill>
              </a:defRPr>
            </a:lvl1pPr>
          </a:lstStyle>
          <a:p>
            <a:fld id="{67BCF73F-BC28-4DC2-859D-1CA4565A0406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17" y="8755733"/>
            <a:ext cx="438911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95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</p:sldLayoutIdLst>
  <p:txStyles>
    <p:titleStyle>
      <a:lvl1pPr algn="l" defTabSz="2468695" rtl="0" eaLnBrk="1" latinLnBrk="0" hangingPunct="1">
        <a:lnSpc>
          <a:spcPct val="90000"/>
        </a:lnSpc>
        <a:spcBef>
          <a:spcPct val="0"/>
        </a:spcBef>
        <a:buNone/>
        <a:defRPr sz="11879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468695" rtl="0" eaLnBrk="1" latinLnBrk="0" hangingPunct="1">
        <a:lnSpc>
          <a:spcPct val="110000"/>
        </a:lnSpc>
        <a:spcBef>
          <a:spcPts val="2700"/>
        </a:spcBef>
        <a:buSzPct val="80000"/>
        <a:buFont typeface="Arial" panose="020B0604020202020204" pitchFamily="34" charset="0"/>
        <a:buNone/>
        <a:defRPr sz="4860" kern="1200">
          <a:solidFill>
            <a:schemeClr val="tx1"/>
          </a:solidFill>
          <a:latin typeface="+mn-lt"/>
          <a:ea typeface="+mn-ea"/>
          <a:cs typeface="+mn-cs"/>
        </a:defRPr>
      </a:lvl1pPr>
      <a:lvl2pPr marL="1357783" indent="-617174" algn="l" defTabSz="2468695" rtl="0" eaLnBrk="1" latinLnBrk="0" hangingPunct="1">
        <a:lnSpc>
          <a:spcPct val="110000"/>
        </a:lnSpc>
        <a:spcBef>
          <a:spcPts val="1350"/>
        </a:spcBef>
        <a:buSzPct val="80000"/>
        <a:buFont typeface="Goudy Old Style" panose="02020502050305020303" pitchFamily="18" charset="0"/>
        <a:buChar char="–"/>
        <a:defRPr sz="432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2221825" indent="-617174" algn="l" defTabSz="2468695" rtl="0" eaLnBrk="1" latinLnBrk="0" hangingPunct="1">
        <a:lnSpc>
          <a:spcPct val="110000"/>
        </a:lnSpc>
        <a:spcBef>
          <a:spcPts val="1350"/>
        </a:spcBef>
        <a:buSzPct val="80000"/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962433" indent="-617174" algn="l" defTabSz="2468695" rtl="0" eaLnBrk="1" latinLnBrk="0" hangingPunct="1">
        <a:lnSpc>
          <a:spcPct val="110000"/>
        </a:lnSpc>
        <a:spcBef>
          <a:spcPts val="1350"/>
        </a:spcBef>
        <a:buSzPct val="80000"/>
        <a:buFont typeface="Goudy Old Style" panose="02020502050305020303" pitchFamily="18" charset="0"/>
        <a:buChar char="–"/>
        <a:defRPr sz="378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3703042" indent="-617174" algn="l" defTabSz="2468695" rtl="0" eaLnBrk="1" latinLnBrk="0" hangingPunct="1">
        <a:lnSpc>
          <a:spcPct val="110000"/>
        </a:lnSpc>
        <a:spcBef>
          <a:spcPts val="1350"/>
        </a:spcBef>
        <a:buSzPct val="80000"/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6788911" indent="-617174" algn="l" defTabSz="2468695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8023258" indent="-617174" algn="l" defTabSz="2468695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9257606" indent="-617174" algn="l" defTabSz="2468695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10491953" indent="-617174" algn="l" defTabSz="2468695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68695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1pPr>
      <a:lvl2pPr marL="1234347" algn="l" defTabSz="2468695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2pPr>
      <a:lvl3pPr marL="2468695" algn="l" defTabSz="2468695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3pPr>
      <a:lvl4pPr marL="3703042" algn="l" defTabSz="2468695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4pPr>
      <a:lvl5pPr marL="4937390" algn="l" defTabSz="2468695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5pPr>
      <a:lvl6pPr marL="6171737" algn="l" defTabSz="2468695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7406085" algn="l" defTabSz="2468695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8640432" algn="l" defTabSz="2468695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9874779" algn="l" defTabSz="2468695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34" userDrawn="1">
          <p15:clr>
            <a:srgbClr val="F26B43"/>
          </p15:clr>
        </p15:guide>
        <p15:guide id="2" pos="1901" userDrawn="1">
          <p15:clr>
            <a:srgbClr val="F26B43"/>
          </p15:clr>
        </p15:guide>
        <p15:guide id="3" orient="horz" pos="18202" userDrawn="1">
          <p15:clr>
            <a:srgbClr val="F26B43"/>
          </p15:clr>
        </p15:guide>
        <p15:guide id="4" pos="2574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0781C3-2F3B-57E1-2B2C-9177B38B0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526" y="546408"/>
            <a:ext cx="38668147" cy="2074871"/>
          </a:xfr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8000" dirty="0"/>
              <a:t>INDIVIDUAL HOUSEHOLD ELECTRIC POWER CONSUMPTION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FB146E-E4C8-EE4A-46F0-014BDF7B1B72}"/>
              </a:ext>
            </a:extLst>
          </p:cNvPr>
          <p:cNvSpPr txBox="1"/>
          <p:nvPr/>
        </p:nvSpPr>
        <p:spPr>
          <a:xfrm>
            <a:off x="2633473" y="5985163"/>
            <a:ext cx="8962782" cy="22850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6B3CE-EE55-005D-193A-4E3307E77713}"/>
              </a:ext>
            </a:extLst>
          </p:cNvPr>
          <p:cNvSpPr txBox="1"/>
          <p:nvPr/>
        </p:nvSpPr>
        <p:spPr>
          <a:xfrm>
            <a:off x="2694433" y="3466406"/>
            <a:ext cx="8962782" cy="1118120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5400" dirty="0"/>
              <a:t>About data:</a:t>
            </a:r>
          </a:p>
          <a:p>
            <a:r>
              <a:rPr lang="en-US" sz="5400" dirty="0"/>
              <a:t>Data has been collected from UC Irvine and has 2,075,259 rows and 9 columns.</a:t>
            </a:r>
          </a:p>
          <a:p>
            <a:r>
              <a:rPr lang="en-US" sz="5400" dirty="0"/>
              <a:t>Measuremets of electric power consumption in one household with a one minute sampling rate over a period in 2006 to 2010 years. It shows different </a:t>
            </a:r>
            <a:r>
              <a:rPr lang="en-US" sz="5400" dirty="0" err="1"/>
              <a:t>electical</a:t>
            </a:r>
            <a:r>
              <a:rPr lang="en-US" sz="5400" dirty="0"/>
              <a:t> </a:t>
            </a:r>
            <a:r>
              <a:rPr lang="en-US" sz="5400" dirty="0" err="1"/>
              <a:t>quatities</a:t>
            </a:r>
            <a:r>
              <a:rPr lang="en-US" sz="5400" dirty="0"/>
              <a:t> and some sub-metering values. 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DDA49-49C4-2DCB-0364-ED85AB1EC71B}"/>
              </a:ext>
            </a:extLst>
          </p:cNvPr>
          <p:cNvSpPr txBox="1"/>
          <p:nvPr/>
        </p:nvSpPr>
        <p:spPr>
          <a:xfrm>
            <a:off x="13004764" y="3466406"/>
            <a:ext cx="8962782" cy="120924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gsegeg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7C820D-F177-7D64-B3F4-F8E9C9977A06}"/>
              </a:ext>
            </a:extLst>
          </p:cNvPr>
          <p:cNvSpPr txBox="1"/>
          <p:nvPr/>
        </p:nvSpPr>
        <p:spPr>
          <a:xfrm>
            <a:off x="23332165" y="3466406"/>
            <a:ext cx="8962782" cy="120924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gsegeg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F5C8FD-0944-52AA-A91A-0A5572774918}"/>
              </a:ext>
            </a:extLst>
          </p:cNvPr>
          <p:cNvSpPr txBox="1"/>
          <p:nvPr/>
        </p:nvSpPr>
        <p:spPr>
          <a:xfrm>
            <a:off x="33659566" y="3424843"/>
            <a:ext cx="7642054" cy="120924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gsegeg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82967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443</TotalTime>
  <Words>59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Candara</vt:lpstr>
      <vt:lpstr>Goudy Old Style</vt:lpstr>
      <vt:lpstr>Archway</vt:lpstr>
      <vt:lpstr>INDIVIDUAL HOUSEHOLD ELECTRIC POWER CONSUMPTION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enkhbayasgalan batbayar</dc:creator>
  <cp:lastModifiedBy>enkhbayasgalan batbayar</cp:lastModifiedBy>
  <cp:revision>3</cp:revision>
  <dcterms:created xsi:type="dcterms:W3CDTF">2026-09-24T08:38:45Z</dcterms:created>
  <dcterms:modified xsi:type="dcterms:W3CDTF">2026-10-09T16:50:19Z</dcterms:modified>
</cp:coreProperties>
</file>